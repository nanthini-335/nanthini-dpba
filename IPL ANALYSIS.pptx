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72" r:id="rId12"/>
    <p:sldId id="273" r:id="rId13"/>
    <p:sldId id="274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896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29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576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795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50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942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43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04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79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684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080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2235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055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4278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008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996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77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39D95FF-3CEA-4B9A-A7CD-27B0E9646147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4B157EB-DD7D-4BDE-AF63-9CA369EA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0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6AF0-CEE3-4502-A443-10C80A2F7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2653553"/>
            <a:ext cx="8689976" cy="1156445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IPL ANALYSIS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B921F4-9D03-4CA4-97B1-9C949AF43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90328" y="5271248"/>
            <a:ext cx="4156729" cy="918881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solidFill>
                  <a:srgbClr val="FF0000"/>
                </a:solidFill>
              </a:rPr>
              <a:t>PRESENT BY</a:t>
            </a:r>
          </a:p>
          <a:p>
            <a:r>
              <a:rPr lang="en-US">
                <a:solidFill>
                  <a:srgbClr val="FF0000"/>
                </a:solidFill>
              </a:rPr>
              <a:t>NANTHINI V</a:t>
            </a:r>
            <a:endParaRPr lang="en-I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024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176D-557A-40CE-AD41-5EAAFABAA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1C241-1EAD-42FE-94CD-0E06A418C34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Indian Premier League (IPL)</a:t>
            </a: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 Is One Of The Most Competitive T20 Cricket Leagues Globally, Started In 2008. Over 18 Seasons, IPL Has Evolved In Terms Of Team Strategies, Player Performances, Scoring Patterns, And Competition Intensity.</a:t>
            </a:r>
          </a:p>
          <a:p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Ipl Data From </a:t>
            </a:r>
            <a:r>
              <a:rPr lang="en-US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2008 To 2025</a:t>
            </a: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Trends In Team Performance, Batting Dominance, Bowling Impact, And Seasonal Comparisons Using An Interactive Power Bi Dashboard.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730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B6B1-D1CD-4662-8DDC-0D500C53C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C076C-B862-4811-BE77-489F98044C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IPL Generates Massive Ball-by-ball And Match-level Data Every Season. However: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To Track Long-term Team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Comparing Players Across Seasons Is Complex.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Consistent Orange Cap And Purple Cap Winners Requires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Raw Data Does Not Provide Meaningful Insights Without Visualization.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108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C6B80-95EB-44A5-9F8B-F730A8FBD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773C0-032D-4A68-9B2C-492534B641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From A Sports Analytics Perspective: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Team Management Needs Performance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Analysts Require Season-wise Comparison.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Broadcasters Need Statistical Highlights.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Fans Want Historical Performance Analysis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695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75AD-68F4-4913-8CA9-B1A04113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234" y="98564"/>
            <a:ext cx="10364451" cy="1596177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B0709-DE15-44CE-82B6-C56D5AAD0B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681980"/>
            <a:ext cx="2485418" cy="408169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400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Match-level Data:</a:t>
            </a:r>
          </a:p>
          <a:p>
            <a:pPr>
              <a:lnSpc>
                <a:spcPct val="100000"/>
              </a:lnSpc>
              <a:buSzPct val="97000"/>
            </a:pPr>
            <a:r>
              <a:rPr lang="en-IN" sz="14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 Match ID</a:t>
            </a:r>
          </a:p>
          <a:p>
            <a:pPr>
              <a:lnSpc>
                <a:spcPct val="100000"/>
              </a:lnSpc>
              <a:buSzPct val="97000"/>
            </a:pPr>
            <a:r>
              <a:rPr lang="en-IN" sz="14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</a:p>
          <a:p>
            <a:pPr>
              <a:lnSpc>
                <a:spcPct val="100000"/>
              </a:lnSpc>
              <a:buSzPct val="97000"/>
            </a:pPr>
            <a:r>
              <a:rPr lang="en-IN" sz="14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Season(2008-2025)</a:t>
            </a:r>
          </a:p>
          <a:p>
            <a:pPr>
              <a:lnSpc>
                <a:spcPct val="100000"/>
              </a:lnSpc>
              <a:buSzPct val="97000"/>
            </a:pPr>
            <a:r>
              <a:rPr lang="en-IN" sz="14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Winner   </a:t>
            </a:r>
          </a:p>
          <a:p>
            <a:pPr>
              <a:lnSpc>
                <a:spcPct val="100000"/>
              </a:lnSpc>
              <a:buSzPct val="97000"/>
            </a:pPr>
            <a:r>
              <a:rPr lang="en-IN" sz="14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Toss Result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Player_data_updated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Player Id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Player Name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Bat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Blow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Player Full Name</a:t>
            </a:r>
          </a:p>
          <a:p>
            <a:endParaRPr lang="en-US" sz="1400" b="1"/>
          </a:p>
          <a:p>
            <a:pPr>
              <a:buSzPct val="97000"/>
            </a:pPr>
            <a:endParaRPr lang="en-IN" sz="1400" cap="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2D0F56-A96F-4FD1-8FDC-10B5B1BA214F}"/>
              </a:ext>
            </a:extLst>
          </p:cNvPr>
          <p:cNvSpPr txBox="1"/>
          <p:nvPr/>
        </p:nvSpPr>
        <p:spPr>
          <a:xfrm>
            <a:off x="8877644" y="1680398"/>
            <a:ext cx="2284041" cy="42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Team Information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Team Name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Logo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Short Name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Ball-by-ball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Batter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Bowler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Runs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Wickets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Overs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Boundaries (4s &amp; 6s)</a:t>
            </a:r>
          </a:p>
          <a:p>
            <a:pPr>
              <a:lnSpc>
                <a:spcPct val="150000"/>
              </a:lnSpc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2445E2-8E3F-4A45-B662-31FEDE3323FD}"/>
              </a:ext>
            </a:extLst>
          </p:cNvPr>
          <p:cNvSpPr txBox="1"/>
          <p:nvPr/>
        </p:nvSpPr>
        <p:spPr>
          <a:xfrm>
            <a:off x="632836" y="1680398"/>
            <a:ext cx="6284258" cy="12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Matches Table – Around 1000+ rows and 18–20 columns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Ball-by-Ball Table – Around 200,000+ rows and 15–20 columns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Players Table – Around 600 rows and 5–8 columns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Teams Table – Around 10 rows and 2–4 columns</a:t>
            </a:r>
          </a:p>
        </p:txBody>
      </p:sp>
    </p:spTree>
    <p:extLst>
      <p:ext uri="{BB962C8B-B14F-4D97-AF65-F5344CB8AC3E}">
        <p14:creationId xmlns:p14="http://schemas.microsoft.com/office/powerpoint/2010/main" val="2798141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5C50-B5A1-4554-B205-DC08B0E89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23697C-4554-49FC-B4BF-C401EEA2BE6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003421" y="2354848"/>
            <a:ext cx="9601826" cy="2166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Removed Duplicate Match Records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Standardized Team Names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Converted Date Fields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Created Calculated Columns:Year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  Added  URL in dataset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916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E325-4783-45E7-B063-9039FC90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Key Metrics &amp; KPI’s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32E09-AAB7-4556-8189-40D8168037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35751" y="1914266"/>
            <a:ext cx="9342474" cy="359484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b="1"/>
              <a:t> </a:t>
            </a:r>
            <a:r>
              <a:rPr lang="en-IN" sz="8000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Tournament KPI’s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80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Total 6’s – 1296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80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Total 4’s – 2251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80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Total Matches – 73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80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Total Teams – 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80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Centuries – 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80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Half Centuries – 143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80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Total Venues – 14</a:t>
            </a:r>
          </a:p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C351EF-5633-4E54-A377-E9C9A8BAF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678" y="5467850"/>
            <a:ext cx="8916644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581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51B48-2EB5-460C-891E-2C6E76B5D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67373"/>
            <a:ext cx="10364451" cy="1596177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modelling -overview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90B4CF-ABE1-4413-A30F-016DB9155BB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404" y="1811152"/>
            <a:ext cx="6937880" cy="447310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F51791-7BBE-4C64-A204-930D2999B4FF}"/>
              </a:ext>
            </a:extLst>
          </p:cNvPr>
          <p:cNvSpPr txBox="1"/>
          <p:nvPr/>
        </p:nvSpPr>
        <p:spPr>
          <a:xfrm>
            <a:off x="1091717" y="187273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Established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a star schema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039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44DF4-D5FA-44DD-A0FA-7D79C24A7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8893"/>
            <a:ext cx="10364451" cy="1596177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9C3F16E-DAEB-401F-A918-61C3C9AD8A4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506" y="1782213"/>
            <a:ext cx="8722659" cy="4806894"/>
          </a:xfrm>
        </p:spPr>
      </p:pic>
    </p:spTree>
    <p:extLst>
      <p:ext uri="{BB962C8B-B14F-4D97-AF65-F5344CB8AC3E}">
        <p14:creationId xmlns:p14="http://schemas.microsoft.com/office/powerpoint/2010/main" val="3281172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B3E126-5F54-478D-BF2C-A831C10ED12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88" y="1026435"/>
            <a:ext cx="10444162" cy="932191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2D2287-2718-4E56-BF27-67DA98ED699E}"/>
              </a:ext>
            </a:extLst>
          </p:cNvPr>
          <p:cNvSpPr txBox="1"/>
          <p:nvPr/>
        </p:nvSpPr>
        <p:spPr>
          <a:xfrm>
            <a:off x="1568823" y="2312005"/>
            <a:ext cx="68490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Season Information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   </a:t>
            </a:r>
          </a:p>
          <a:p>
            <a:pPr>
              <a:lnSpc>
                <a:spcPct val="15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At the top of the dashboard we display: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Season Winner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Runner-Up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686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A1A24-8A39-4830-90A3-AFA9283463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6494" y="1281952"/>
            <a:ext cx="10641106" cy="4957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Orange Cap Statistics :</a:t>
            </a:r>
          </a:p>
          <a:p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Orange Cap Is Awarded To The </a:t>
            </a:r>
            <a:r>
              <a:rPr lang="en-US" sz="1600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Player Who Scores The Most Runs In A Season</a:t>
            </a:r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Example From Your Dashboard:</a:t>
            </a:r>
          </a:p>
          <a:p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Player: </a:t>
            </a:r>
            <a:r>
              <a:rPr lang="en-US" sz="1600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B Sai Sudharsan</a:t>
            </a:r>
            <a:b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Team: </a:t>
            </a:r>
            <a:r>
              <a:rPr lang="en-US" sz="1600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Gujarat Titans</a:t>
            </a:r>
            <a:b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Runs: </a:t>
            </a:r>
            <a:r>
              <a:rPr lang="en-US" sz="1600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759</a:t>
            </a:r>
            <a:endParaRPr lang="en-US" sz="1600" cap="none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Purple Cap Statistics :</a:t>
            </a:r>
          </a:p>
          <a:p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Purple Cap Is Awarded To The </a:t>
            </a:r>
            <a:r>
              <a:rPr lang="en-US" sz="1600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Player Who Takes The Most Wickets In A Season</a:t>
            </a:r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Player: </a:t>
            </a:r>
            <a:r>
              <a:rPr lang="en-US" sz="1600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M Prasidh Krishna</a:t>
            </a:r>
            <a:b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Wickets: </a:t>
            </a:r>
            <a:r>
              <a:rPr lang="en-US" sz="1600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b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Team: </a:t>
            </a:r>
            <a:r>
              <a:rPr lang="en-US" sz="1600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Gujarat Titans</a:t>
            </a:r>
            <a:endParaRPr lang="en-US" sz="1600" cap="none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44F37-7A4E-4208-9A45-B081DE2B5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842" y="1281952"/>
            <a:ext cx="3315163" cy="2324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C65412-8AB4-47E7-B5F0-728AE96FDC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7052" y="3991219"/>
            <a:ext cx="3162741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41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F00CF-FC49-4668-8604-C652C62552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3092" y="941704"/>
            <a:ext cx="10363826" cy="3424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Boundary Performance :</a:t>
            </a:r>
          </a:p>
          <a:p>
            <a:pPr marL="0" indent="0">
              <a:buNone/>
            </a:pPr>
            <a:r>
              <a:rPr lang="en-US" sz="1600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Total 4’s In A Season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Player With Most 4’s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Total Boundary Count</a:t>
            </a:r>
          </a:p>
          <a:p>
            <a:pPr marL="0" indent="0">
              <a:buNone/>
            </a:pPr>
            <a:r>
              <a:rPr lang="en-US" sz="1600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Total 6’s In A Season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Player With Most 6’s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Total Sixes</a:t>
            </a:r>
          </a:p>
          <a:p>
            <a:pPr marL="0" indent="0">
              <a:buNone/>
            </a:pPr>
            <a:endParaRPr lang="en-I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88C1D-0B89-4B2A-8896-916B58916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247" y="826468"/>
            <a:ext cx="3200847" cy="2343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6B6BAB-B22A-489E-B7C6-B990501E4C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75" y="3429000"/>
            <a:ext cx="3153215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998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B0A2C-A3B9-47AF-ACA0-4BF70882A26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THE POINTS TABLE HELPS ANALYZE: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Team Performance During The League Stage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Team Ranking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Qualification Chances For Playoffs</a:t>
            </a:r>
          </a:p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83E286-2D6F-4728-8D8C-F8CC1DFAE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982" y="1256666"/>
            <a:ext cx="4544059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748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614D4-76D5-42BF-8025-711BDF14A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5616D-A1AB-4BA9-8E32-D7DFFDEA8AD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Converts Raw IPL Data Into Meaningful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Helps Compare Seasons Easily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Top-performing Players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Supports Sports Analytics Decision-making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515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8BA1E-6317-4141-AAEC-74E80434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998" y="2447317"/>
            <a:ext cx="10364451" cy="1596177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20208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514</TotalTime>
  <Words>487</Words>
  <Application>Microsoft Office PowerPoint</Application>
  <PresentationFormat>Widescreen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Times New Roman</vt:lpstr>
      <vt:lpstr>Tw Cen MT</vt:lpstr>
      <vt:lpstr>Droplet</vt:lpstr>
      <vt:lpstr>IPL ANALYSIS</vt:lpstr>
      <vt:lpstr>Introduction</vt:lpstr>
      <vt:lpstr>Problem Statement</vt:lpstr>
      <vt:lpstr>Business Problem</vt:lpstr>
      <vt:lpstr>Data Overview</vt:lpstr>
      <vt:lpstr>Data Preprocessing</vt:lpstr>
      <vt:lpstr>Key Metrics &amp; KPI’s</vt:lpstr>
      <vt:lpstr>Data modelling -overview</vt:lpstr>
      <vt:lpstr>Power bi dashboard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ANALYSIS </dc:title>
  <dc:creator>Narmatha v</dc:creator>
  <cp:lastModifiedBy>Narmatha v</cp:lastModifiedBy>
  <cp:revision>34</cp:revision>
  <dcterms:created xsi:type="dcterms:W3CDTF">2026-03-02T04:04:34Z</dcterms:created>
  <dcterms:modified xsi:type="dcterms:W3CDTF">2026-03-07T04:49:33Z</dcterms:modified>
</cp:coreProperties>
</file>